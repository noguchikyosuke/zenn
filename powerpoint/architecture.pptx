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76FB-3AA3-88C3-FA13-355C69A9B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23E04-BF25-D732-9BFC-38D3E14D5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5E4C5-70ED-97DF-34DC-590D2130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C9579-01BB-63ED-A1F2-6ED138A9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75915-F095-2318-36DB-1DA7F1F0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36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62E4-BCE9-BB17-2133-7BC420C2B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92BD-8599-0E73-1B02-9633FC0B4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87ABF-E1D7-8A58-5B92-9123587F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F9B1D-07AD-FB88-953E-2C1BF341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3CE46-D458-69A0-6732-5E1BAD9FA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7093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ECA8-94FE-B29E-B56D-B880554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A5A83-6E95-80EB-E521-22624906C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1D5CF-6680-7ED7-6D2B-1BC81A08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1A0BA-94FE-1601-D8BD-23195A87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88CD4-11DC-474E-2316-6AFA5518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59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CFC0-8ABD-ECB6-FF91-B87EF9B71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4A2CC-5E79-6BC9-A954-04436CC1B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82E1B-1C03-F312-AAA4-A63EE9452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2FBA4-EE2D-C1C9-C4C8-F7E13680B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C46B9-8D99-DB90-7453-D799399F8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54388-3655-F715-73E5-134900DB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23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95738-0834-2B9A-678B-A3F81111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AAACC-3919-FC71-5C40-AFB91EBDD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382FD-A22F-BA48-0D19-F43E45CE9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B6534-C89A-C2DC-5D11-3AF0C53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EEF5C-C03F-02F1-2EC4-EC2225D8D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E7383-2488-1470-AA06-1B10DB52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E4E28F-212A-42F4-6B57-D5EC56C23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B9B468-A086-DDFB-2A31-991E4319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08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92C1D-1F39-4420-8F66-E63EABD8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6F470-3E19-B363-FEBA-10CCBAE6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9549E-3C01-868E-4019-7876E281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8085A3-8C16-8E6E-7235-97BAECD2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317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763CF1-9971-C579-56C8-6CE83A6F2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50AC0F-768E-597E-FB6A-D9B5BFDE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0DE1F-2CAC-913A-961C-31473D28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6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672C8-5AD1-7284-14A9-8500EEE39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74ECF-9CC3-3492-066C-590289379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F6A96-CE2B-7C1B-F8C2-12A077FC3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AD0B7-5610-7969-FEA7-FE5974CF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5D6AF-9EF9-4742-FB53-3267742D8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3B76C-1220-5BD6-B524-576E488A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614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8769-869D-FD4B-FE19-F060A0B9E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54D03-5A6C-7D48-9F02-6B279306A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625AA-45FE-CC35-CE8B-83192BDA0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A9F88-8134-F330-A8F5-B17B9A2E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7064C-F04E-1CD3-7407-4D3C16EC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42B8A-F30B-9E81-9854-04038F56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1536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D982-4D87-B3F3-0FB9-6D369BCEC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E082FA-1A24-118B-EAD8-4AF1C9B6D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D2913-C8CA-DA06-73FC-D4068FC33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CFDEA-8B53-1696-5055-6C621CA1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4011B-D6AE-AC5E-D742-140CB66F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775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A0EBAC-3B25-0F47-56F9-C37362D16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04D3F-A71A-26A3-21D1-751A1F14C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6CBBF-AC00-D41A-0648-2609C114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BE13D-8C65-A565-8857-FC3FDFE77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D19D5-503A-C350-DBCF-38FA4716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498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CD248-BB25-DAEC-7749-495661681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E7348-1A46-F1C0-EEBC-6EEDE0894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17F53-60FD-480F-A4BB-8BE1AA998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2CEDEE-88EB-4474-B1A3-0708B5571860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C0D04-180E-AE42-FB91-100B8FAC8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96BE-F1A5-EF49-F2B9-E53AB83F1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E5B54F-1BEB-42D6-A86F-4ED06E79DB5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053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496103-B152-B5B6-7DEE-AFC4A2439EE9}"/>
              </a:ext>
            </a:extLst>
          </p:cNvPr>
          <p:cNvSpPr/>
          <p:nvPr/>
        </p:nvSpPr>
        <p:spPr>
          <a:xfrm>
            <a:off x="3776247" y="147053"/>
            <a:ext cx="2247900" cy="5614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クライアント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617F30-E9D4-1938-2212-3E96498EFE45}"/>
              </a:ext>
            </a:extLst>
          </p:cNvPr>
          <p:cNvSpPr/>
          <p:nvPr/>
        </p:nvSpPr>
        <p:spPr>
          <a:xfrm>
            <a:off x="3776247" y="1288718"/>
            <a:ext cx="2247900" cy="5614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Nginx 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en-US" altLang="ja-JP" dirty="0">
                <a:solidFill>
                  <a:schemeClr val="tx1"/>
                </a:solidFill>
              </a:rPr>
              <a:t>(IP</a:t>
            </a:r>
            <a:r>
              <a:rPr lang="ja-JP" altLang="en-US" dirty="0">
                <a:solidFill>
                  <a:schemeClr val="tx1"/>
                </a:solidFill>
              </a:rPr>
              <a:t>制限</a:t>
            </a:r>
            <a:r>
              <a:rPr lang="en-US" altLang="ja-JP" dirty="0">
                <a:solidFill>
                  <a:schemeClr val="tx1"/>
                </a:solidFill>
              </a:rPr>
              <a:t>/</a:t>
            </a:r>
            <a:r>
              <a:rPr lang="ja-JP" altLang="en-US" dirty="0">
                <a:solidFill>
                  <a:schemeClr val="tx1"/>
                </a:solidFill>
              </a:rPr>
              <a:t>静的配信</a:t>
            </a:r>
            <a:r>
              <a:rPr lang="en-US" altLang="ja-JP" dirty="0">
                <a:solidFill>
                  <a:schemeClr val="tx1"/>
                </a:solidFill>
              </a:rPr>
              <a:t>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715ECF-370B-432E-6034-6D6D6124C7A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4900197" y="708526"/>
            <a:ext cx="0" cy="58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5F6D499-4558-FFE1-B7BE-8C26642EBA69}"/>
              </a:ext>
            </a:extLst>
          </p:cNvPr>
          <p:cNvSpPr/>
          <p:nvPr/>
        </p:nvSpPr>
        <p:spPr>
          <a:xfrm>
            <a:off x="3776247" y="2430383"/>
            <a:ext cx="2247900" cy="5614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chemeClr val="tx1"/>
                </a:solidFill>
              </a:rPr>
              <a:t>Gunicorn</a:t>
            </a:r>
            <a:r>
              <a:rPr lang="en-US" altLang="ja-JP" dirty="0">
                <a:solidFill>
                  <a:schemeClr val="tx1"/>
                </a:solidFill>
              </a:rPr>
              <a:t> 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en-US" altLang="ja-JP" dirty="0">
                <a:solidFill>
                  <a:schemeClr val="tx1"/>
                </a:solidFill>
              </a:rPr>
              <a:t>(WSGI)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A7F678-68F5-F2F6-DCC3-05E70C08E961}"/>
              </a:ext>
            </a:extLst>
          </p:cNvPr>
          <p:cNvSpPr/>
          <p:nvPr/>
        </p:nvSpPr>
        <p:spPr>
          <a:xfrm>
            <a:off x="3776247" y="3572048"/>
            <a:ext cx="2247900" cy="5614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Django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B79AEC-CD10-FE89-5EC7-9C78256EF929}"/>
              </a:ext>
            </a:extLst>
          </p:cNvPr>
          <p:cNvSpPr/>
          <p:nvPr/>
        </p:nvSpPr>
        <p:spPr>
          <a:xfrm>
            <a:off x="3776247" y="4713713"/>
            <a:ext cx="2247900" cy="5614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PostgreSQL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5363FE7-DC26-283C-8847-C6DD9D583756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>
            <a:off x="4900197" y="1850191"/>
            <a:ext cx="0" cy="58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BB131C-A4D1-9620-C1F2-F076163D86CA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4900197" y="2991856"/>
            <a:ext cx="0" cy="58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F86D9BE-17E7-E840-5E8A-116BE4FD76B6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900197" y="4133521"/>
            <a:ext cx="0" cy="5801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Speech Bubble: Rectangle 79">
            <a:extLst>
              <a:ext uri="{FF2B5EF4-FFF2-40B4-BE49-F238E27FC236}">
                <a16:creationId xmlns:a16="http://schemas.microsoft.com/office/drawing/2014/main" id="{5F369D59-1233-499A-006D-5ACE3EC2EBE8}"/>
              </a:ext>
            </a:extLst>
          </p:cNvPr>
          <p:cNvSpPr/>
          <p:nvPr/>
        </p:nvSpPr>
        <p:spPr>
          <a:xfrm>
            <a:off x="6920500" y="577516"/>
            <a:ext cx="3917950" cy="743287"/>
          </a:xfrm>
          <a:prstGeom prst="wedgeRectCallout">
            <a:avLst>
              <a:gd name="adj1" fmla="val -68130"/>
              <a:gd name="adj2" fmla="val 910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IP</a:t>
            </a:r>
            <a:r>
              <a:rPr kumimoji="1" lang="ja-JP" altLang="en-US" dirty="0">
                <a:solidFill>
                  <a:schemeClr val="tx1"/>
                </a:solidFill>
              </a:rPr>
              <a:t>を制限して</a:t>
            </a:r>
            <a:br>
              <a:rPr kumimoji="1" lang="ja-JP" altLang="en-US" dirty="0">
                <a:solidFill>
                  <a:schemeClr val="tx1"/>
                </a:solidFill>
              </a:rPr>
            </a:br>
            <a:r>
              <a:rPr kumimoji="1" lang="ja-JP" altLang="en-US" dirty="0">
                <a:solidFill>
                  <a:schemeClr val="tx1"/>
                </a:solidFill>
              </a:rPr>
              <a:t>実装時のセキュリティの強化</a:t>
            </a:r>
          </a:p>
        </p:txBody>
      </p:sp>
      <p:sp>
        <p:nvSpPr>
          <p:cNvPr id="81" name="Speech Bubble: Rectangle 80">
            <a:extLst>
              <a:ext uri="{FF2B5EF4-FFF2-40B4-BE49-F238E27FC236}">
                <a16:creationId xmlns:a16="http://schemas.microsoft.com/office/drawing/2014/main" id="{3F966469-8883-200D-8CC0-0B99BBB8D866}"/>
              </a:ext>
            </a:extLst>
          </p:cNvPr>
          <p:cNvSpPr/>
          <p:nvPr/>
        </p:nvSpPr>
        <p:spPr>
          <a:xfrm>
            <a:off x="6920500" y="1868910"/>
            <a:ext cx="3917950" cy="561473"/>
          </a:xfrm>
          <a:prstGeom prst="wedgeRectCallout">
            <a:avLst>
              <a:gd name="adj1" fmla="val -68130"/>
              <a:gd name="adj2" fmla="val 910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プロセスの並列処理</a:t>
            </a:r>
          </a:p>
        </p:txBody>
      </p:sp>
      <p:sp>
        <p:nvSpPr>
          <p:cNvPr id="82" name="Speech Bubble: Rectangle 81">
            <a:extLst>
              <a:ext uri="{FF2B5EF4-FFF2-40B4-BE49-F238E27FC236}">
                <a16:creationId xmlns:a16="http://schemas.microsoft.com/office/drawing/2014/main" id="{650D6F36-C949-4464-8C5B-E2881AFC64A2}"/>
              </a:ext>
            </a:extLst>
          </p:cNvPr>
          <p:cNvSpPr/>
          <p:nvPr/>
        </p:nvSpPr>
        <p:spPr>
          <a:xfrm>
            <a:off x="6920500" y="3060035"/>
            <a:ext cx="3917950" cy="561473"/>
          </a:xfrm>
          <a:prstGeom prst="wedgeRectCallout">
            <a:avLst>
              <a:gd name="adj1" fmla="val -68130"/>
              <a:gd name="adj2" fmla="val 910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Python</a:t>
            </a:r>
            <a:r>
              <a:rPr lang="ja-JP" altLang="en-US" dirty="0">
                <a:solidFill>
                  <a:schemeClr val="tx1"/>
                </a:solidFill>
              </a:rPr>
              <a:t>の</a:t>
            </a:r>
            <a:br>
              <a:rPr lang="ja-JP" altLang="en-US" dirty="0">
                <a:solidFill>
                  <a:schemeClr val="tx1"/>
                </a:solidFill>
              </a:rPr>
            </a:br>
            <a:r>
              <a:rPr lang="ja-JP" altLang="en-US" dirty="0">
                <a:solidFill>
                  <a:schemeClr val="tx1"/>
                </a:solidFill>
              </a:rPr>
              <a:t>アプリケーションフレームワーク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3" name="Speech Bubble: Rectangle 82">
            <a:extLst>
              <a:ext uri="{FF2B5EF4-FFF2-40B4-BE49-F238E27FC236}">
                <a16:creationId xmlns:a16="http://schemas.microsoft.com/office/drawing/2014/main" id="{D5549197-9A17-CC83-CAE8-E42122CFAC26}"/>
              </a:ext>
            </a:extLst>
          </p:cNvPr>
          <p:cNvSpPr/>
          <p:nvPr/>
        </p:nvSpPr>
        <p:spPr>
          <a:xfrm>
            <a:off x="6920500" y="4152240"/>
            <a:ext cx="3917950" cy="561473"/>
          </a:xfrm>
          <a:prstGeom prst="wedgeRectCallout">
            <a:avLst>
              <a:gd name="adj1" fmla="val -68130"/>
              <a:gd name="adj2" fmla="val 9107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</a:rPr>
              <a:t>堅牢性の高いデータベース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604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734F50C-B697-AD5F-D7A1-24519CFD75D9}"/>
              </a:ext>
            </a:extLst>
          </p:cNvPr>
          <p:cNvSpPr/>
          <p:nvPr/>
        </p:nvSpPr>
        <p:spPr>
          <a:xfrm>
            <a:off x="6920500" y="5978355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Gmail API</a:t>
            </a:r>
            <a:br>
              <a:rPr lang="en-US" altLang="ja-JP" dirty="0">
                <a:solidFill>
                  <a:schemeClr val="tx1"/>
                </a:solidFill>
              </a:rPr>
            </a:br>
            <a:r>
              <a:rPr lang="en-US" altLang="ja-JP" dirty="0">
                <a:solidFill>
                  <a:schemeClr val="tx1"/>
                </a:solidFill>
              </a:rPr>
              <a:t>(2FA)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50770F-45D6-2902-C1C2-6C4F33DB85B2}"/>
              </a:ext>
            </a:extLst>
          </p:cNvPr>
          <p:cNvSpPr/>
          <p:nvPr/>
        </p:nvSpPr>
        <p:spPr>
          <a:xfrm>
            <a:off x="9714500" y="5978354"/>
            <a:ext cx="2247900" cy="5614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ファイルシステム</a:t>
            </a:r>
            <a:br>
              <a:rPr kumimoji="1" lang="ja-JP" altLang="en-US" dirty="0">
                <a:solidFill>
                  <a:schemeClr val="tx1"/>
                </a:solidFill>
              </a:rPr>
            </a:br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 dirty="0">
                <a:solidFill>
                  <a:schemeClr val="tx1"/>
                </a:solidFill>
              </a:rPr>
              <a:t>メディア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96F2DF-B30B-B95E-3AE6-F4B63E362B31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8044450" y="5395495"/>
            <a:ext cx="0" cy="582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A5A16B7-7498-A373-3575-B0D9FC2D8251}"/>
              </a:ext>
            </a:extLst>
          </p:cNvPr>
          <p:cNvCxnSpPr>
            <a:cxnSpLocks/>
            <a:endCxn id="27" idx="0"/>
          </p:cNvCxnSpPr>
          <p:nvPr/>
        </p:nvCxnSpPr>
        <p:spPr>
          <a:xfrm rot="16200000" flipH="1">
            <a:off x="9150021" y="4289924"/>
            <a:ext cx="582859" cy="27940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6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6EE818-7B1D-EB06-0957-B1437791C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ユースケース図</a:t>
            </a:r>
            <a:endParaRPr kumimoji="1" lang="ja-JP" altLang="en-US" dirty="0"/>
          </a:p>
        </p:txBody>
      </p:sp>
      <p:sp>
        <p:nvSpPr>
          <p:cNvPr id="4" name="フローチャート: 結合子 3">
            <a:extLst>
              <a:ext uri="{FF2B5EF4-FFF2-40B4-BE49-F238E27FC236}">
                <a16:creationId xmlns:a16="http://schemas.microsoft.com/office/drawing/2014/main" id="{26733A6B-77A4-4F47-F9D6-DF58B97B7FBC}"/>
              </a:ext>
            </a:extLst>
          </p:cNvPr>
          <p:cNvSpPr/>
          <p:nvPr/>
        </p:nvSpPr>
        <p:spPr>
          <a:xfrm>
            <a:off x="1171885" y="1775281"/>
            <a:ext cx="365760" cy="344978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8F27C21-77C3-901C-F591-9BB38C0FB632}"/>
              </a:ext>
            </a:extLst>
          </p:cNvPr>
          <p:cNvCxnSpPr/>
          <p:nvPr/>
        </p:nvCxnSpPr>
        <p:spPr>
          <a:xfrm>
            <a:off x="1005630" y="2303139"/>
            <a:ext cx="7315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F21E913-6A22-F16D-E0C9-A85FC785792C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1354765" y="2120259"/>
            <a:ext cx="0" cy="4655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59AEBC8-D143-4C10-8699-69FC734305B1}"/>
              </a:ext>
            </a:extLst>
          </p:cNvPr>
          <p:cNvCxnSpPr>
            <a:cxnSpLocks/>
          </p:cNvCxnSpPr>
          <p:nvPr/>
        </p:nvCxnSpPr>
        <p:spPr>
          <a:xfrm flipH="1">
            <a:off x="1071439" y="2585772"/>
            <a:ext cx="283325" cy="298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BECA09E-3FAF-A9A5-E6B9-01516698DEDF}"/>
              </a:ext>
            </a:extLst>
          </p:cNvPr>
          <p:cNvCxnSpPr>
            <a:cxnSpLocks/>
          </p:cNvCxnSpPr>
          <p:nvPr/>
        </p:nvCxnSpPr>
        <p:spPr>
          <a:xfrm>
            <a:off x="1354764" y="2585772"/>
            <a:ext cx="291985" cy="298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フローチャート: 結合子 24">
            <a:extLst>
              <a:ext uri="{FF2B5EF4-FFF2-40B4-BE49-F238E27FC236}">
                <a16:creationId xmlns:a16="http://schemas.microsoft.com/office/drawing/2014/main" id="{F25F89B2-0C70-3C77-B833-11B3FA5856D4}"/>
              </a:ext>
            </a:extLst>
          </p:cNvPr>
          <p:cNvSpPr/>
          <p:nvPr/>
        </p:nvSpPr>
        <p:spPr>
          <a:xfrm>
            <a:off x="1127987" y="5165909"/>
            <a:ext cx="365760" cy="344978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4ACD2944-F3D1-56BF-367F-BDF27D7CBD0E}"/>
              </a:ext>
            </a:extLst>
          </p:cNvPr>
          <p:cNvCxnSpPr/>
          <p:nvPr/>
        </p:nvCxnSpPr>
        <p:spPr>
          <a:xfrm>
            <a:off x="961732" y="5693767"/>
            <a:ext cx="7315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74C1B270-EB9C-D0A3-F1E9-C6235597DA10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1310867" y="5510887"/>
            <a:ext cx="0" cy="4655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4E62FA1A-C83A-4991-E113-11EF7FC21FE3}"/>
              </a:ext>
            </a:extLst>
          </p:cNvPr>
          <p:cNvCxnSpPr>
            <a:cxnSpLocks/>
          </p:cNvCxnSpPr>
          <p:nvPr/>
        </p:nvCxnSpPr>
        <p:spPr>
          <a:xfrm flipH="1">
            <a:off x="1027541" y="5976400"/>
            <a:ext cx="283325" cy="298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56CC6CB-5FDD-6158-BDC8-EBBB59F73051}"/>
              </a:ext>
            </a:extLst>
          </p:cNvPr>
          <p:cNvCxnSpPr>
            <a:cxnSpLocks/>
          </p:cNvCxnSpPr>
          <p:nvPr/>
        </p:nvCxnSpPr>
        <p:spPr>
          <a:xfrm>
            <a:off x="1310866" y="5976400"/>
            <a:ext cx="291985" cy="2982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A4D6901-956E-C96E-20BF-2C52C9F6449A}"/>
              </a:ext>
            </a:extLst>
          </p:cNvPr>
          <p:cNvSpPr txBox="1"/>
          <p:nvPr/>
        </p:nvSpPr>
        <p:spPr>
          <a:xfrm>
            <a:off x="774537" y="2921578"/>
            <a:ext cx="107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ユーザ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50410B5-92A9-8C6D-8F31-4E92B69B3A9D}"/>
              </a:ext>
            </a:extLst>
          </p:cNvPr>
          <p:cNvSpPr txBox="1"/>
          <p:nvPr/>
        </p:nvSpPr>
        <p:spPr>
          <a:xfrm>
            <a:off x="838200" y="6312206"/>
            <a:ext cx="107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管理者</a:t>
            </a: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AE3B38A1-5CD6-0D1E-9502-6556D8239035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1943073" y="3093383"/>
            <a:ext cx="866734" cy="4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8A53FD51-F301-A6B6-D48F-C0B4B3A34DFF}"/>
              </a:ext>
            </a:extLst>
          </p:cNvPr>
          <p:cNvCxnSpPr>
            <a:cxnSpLocks/>
            <a:endCxn id="45" idx="2"/>
          </p:cNvCxnSpPr>
          <p:nvPr/>
        </p:nvCxnSpPr>
        <p:spPr>
          <a:xfrm>
            <a:off x="1943073" y="5930341"/>
            <a:ext cx="878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楕円 37">
            <a:extLst>
              <a:ext uri="{FF2B5EF4-FFF2-40B4-BE49-F238E27FC236}">
                <a16:creationId xmlns:a16="http://schemas.microsoft.com/office/drawing/2014/main" id="{B47FE10C-D42C-C4A4-BAB9-1FAECF2E133C}"/>
              </a:ext>
            </a:extLst>
          </p:cNvPr>
          <p:cNvSpPr/>
          <p:nvPr/>
        </p:nvSpPr>
        <p:spPr>
          <a:xfrm>
            <a:off x="2809807" y="2860626"/>
            <a:ext cx="2502866" cy="46551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質問を投稿する</a:t>
            </a: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76524043-C9D6-062B-980B-4E0A3B616E22}"/>
              </a:ext>
            </a:extLst>
          </p:cNvPr>
          <p:cNvSpPr/>
          <p:nvPr/>
        </p:nvSpPr>
        <p:spPr>
          <a:xfrm>
            <a:off x="2821487" y="5548475"/>
            <a:ext cx="2502866" cy="76373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メール認証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5B7C0936-6D2D-48A3-BFEA-5484844E7995}"/>
              </a:ext>
            </a:extLst>
          </p:cNvPr>
          <p:cNvSpPr/>
          <p:nvPr/>
        </p:nvSpPr>
        <p:spPr>
          <a:xfrm>
            <a:off x="6096000" y="2711516"/>
            <a:ext cx="2502866" cy="76373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質問を編集する</a:t>
            </a:r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3420B8B1-822A-16D8-882A-CEB40829588E}"/>
              </a:ext>
            </a:extLst>
          </p:cNvPr>
          <p:cNvSpPr/>
          <p:nvPr/>
        </p:nvSpPr>
        <p:spPr>
          <a:xfrm>
            <a:off x="2809807" y="3549058"/>
            <a:ext cx="2502866" cy="46551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質問を閲覧する</a:t>
            </a:r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81E2253B-9F6F-35B2-56D9-7CABC01899B1}"/>
              </a:ext>
            </a:extLst>
          </p:cNvPr>
          <p:cNvCxnSpPr>
            <a:cxnSpLocks/>
            <a:stCxn id="38" idx="6"/>
            <a:endCxn id="48" idx="2"/>
          </p:cNvCxnSpPr>
          <p:nvPr/>
        </p:nvCxnSpPr>
        <p:spPr>
          <a:xfrm flipV="1">
            <a:off x="5312673" y="3093382"/>
            <a:ext cx="783327" cy="1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楕円 52">
            <a:extLst>
              <a:ext uri="{FF2B5EF4-FFF2-40B4-BE49-F238E27FC236}">
                <a16:creationId xmlns:a16="http://schemas.microsoft.com/office/drawing/2014/main" id="{89B6D143-08A4-116D-6857-C36B66AD0858}"/>
              </a:ext>
            </a:extLst>
          </p:cNvPr>
          <p:cNvSpPr/>
          <p:nvPr/>
        </p:nvSpPr>
        <p:spPr>
          <a:xfrm>
            <a:off x="2780357" y="4953963"/>
            <a:ext cx="3000580" cy="38772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グループを作成する</a:t>
            </a:r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F328842C-7F55-8AD2-3D0B-984D2C47A6E6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1943073" y="2377140"/>
            <a:ext cx="866734" cy="716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31B607D4-DE58-36ED-2548-590A5F9D447C}"/>
              </a:ext>
            </a:extLst>
          </p:cNvPr>
          <p:cNvCxnSpPr>
            <a:cxnSpLocks/>
            <a:endCxn id="53" idx="2"/>
          </p:cNvCxnSpPr>
          <p:nvPr/>
        </p:nvCxnSpPr>
        <p:spPr>
          <a:xfrm>
            <a:off x="1999502" y="3106244"/>
            <a:ext cx="780855" cy="20415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楕円 71">
            <a:extLst>
              <a:ext uri="{FF2B5EF4-FFF2-40B4-BE49-F238E27FC236}">
                <a16:creationId xmlns:a16="http://schemas.microsoft.com/office/drawing/2014/main" id="{76BCB47A-3216-3D7E-0491-763A0906C09C}"/>
              </a:ext>
            </a:extLst>
          </p:cNvPr>
          <p:cNvSpPr/>
          <p:nvPr/>
        </p:nvSpPr>
        <p:spPr>
          <a:xfrm>
            <a:off x="2809807" y="2144383"/>
            <a:ext cx="3012260" cy="46551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ログイン・ログアウト</a:t>
            </a:r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01C71FEB-CD44-199C-8763-F8FB93086C02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1954754" y="3108372"/>
            <a:ext cx="855053" cy="6734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楕円 80">
            <a:extLst>
              <a:ext uri="{FF2B5EF4-FFF2-40B4-BE49-F238E27FC236}">
                <a16:creationId xmlns:a16="http://schemas.microsoft.com/office/drawing/2014/main" id="{4CF5219A-1F54-871F-A1A0-5CDF39C27046}"/>
              </a:ext>
            </a:extLst>
          </p:cNvPr>
          <p:cNvSpPr/>
          <p:nvPr/>
        </p:nvSpPr>
        <p:spPr>
          <a:xfrm>
            <a:off x="2821487" y="4206539"/>
            <a:ext cx="2502866" cy="46551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質問に回答する</a:t>
            </a:r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5CB82D9F-A665-C528-522D-495CC0AEDEE2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1999502" y="3130373"/>
            <a:ext cx="821985" cy="13089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楕円 88">
            <a:extLst>
              <a:ext uri="{FF2B5EF4-FFF2-40B4-BE49-F238E27FC236}">
                <a16:creationId xmlns:a16="http://schemas.microsoft.com/office/drawing/2014/main" id="{338ED6C9-E384-AEBB-62ED-C69A54B0CB21}"/>
              </a:ext>
            </a:extLst>
          </p:cNvPr>
          <p:cNvSpPr/>
          <p:nvPr/>
        </p:nvSpPr>
        <p:spPr>
          <a:xfrm>
            <a:off x="6107680" y="4057430"/>
            <a:ext cx="2502866" cy="76373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回答を編集する</a:t>
            </a:r>
          </a:p>
        </p:txBody>
      </p: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6FFA1C2D-F25C-C6B0-7345-7253752114AD}"/>
              </a:ext>
            </a:extLst>
          </p:cNvPr>
          <p:cNvCxnSpPr>
            <a:cxnSpLocks/>
            <a:endCxn id="89" idx="2"/>
          </p:cNvCxnSpPr>
          <p:nvPr/>
        </p:nvCxnSpPr>
        <p:spPr>
          <a:xfrm flipV="1">
            <a:off x="5324353" y="4439296"/>
            <a:ext cx="783327" cy="1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BE35D90A-368D-D0FD-D2D0-9355AACDB2CB}"/>
              </a:ext>
            </a:extLst>
          </p:cNvPr>
          <p:cNvCxnSpPr>
            <a:cxnSpLocks/>
            <a:endCxn id="95" idx="2"/>
          </p:cNvCxnSpPr>
          <p:nvPr/>
        </p:nvCxnSpPr>
        <p:spPr>
          <a:xfrm flipV="1">
            <a:off x="1995884" y="1671218"/>
            <a:ext cx="825603" cy="13923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楕円 94">
            <a:extLst>
              <a:ext uri="{FF2B5EF4-FFF2-40B4-BE49-F238E27FC236}">
                <a16:creationId xmlns:a16="http://schemas.microsoft.com/office/drawing/2014/main" id="{AC699F08-13E6-136D-BE9C-5DD452B56286}"/>
              </a:ext>
            </a:extLst>
          </p:cNvPr>
          <p:cNvSpPr/>
          <p:nvPr/>
        </p:nvSpPr>
        <p:spPr>
          <a:xfrm>
            <a:off x="2821487" y="1438461"/>
            <a:ext cx="3012260" cy="46551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新規登録を行う</a:t>
            </a:r>
          </a:p>
        </p:txBody>
      </p:sp>
    </p:spTree>
    <p:extLst>
      <p:ext uri="{BB962C8B-B14F-4D97-AF65-F5344CB8AC3E}">
        <p14:creationId xmlns:p14="http://schemas.microsoft.com/office/powerpoint/2010/main" val="1841151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0FC42-BC8E-056C-0CB3-F608A357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システムの概念図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4384AF-B988-718E-3AA1-A32926CB9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3F2D67B-603E-1AF4-E147-E985A907B605}"/>
              </a:ext>
            </a:extLst>
          </p:cNvPr>
          <p:cNvSpPr/>
          <p:nvPr/>
        </p:nvSpPr>
        <p:spPr>
          <a:xfrm>
            <a:off x="752354" y="2615878"/>
            <a:ext cx="3275636" cy="28242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31C3BDB-3405-BDAA-2895-2021CAB4A335}"/>
              </a:ext>
            </a:extLst>
          </p:cNvPr>
          <p:cNvSpPr/>
          <p:nvPr/>
        </p:nvSpPr>
        <p:spPr>
          <a:xfrm>
            <a:off x="4027989" y="2615878"/>
            <a:ext cx="5139159" cy="70605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質問の投稿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CF28D97-AB64-D883-43B7-8E9E71B81F5D}"/>
              </a:ext>
            </a:extLst>
          </p:cNvPr>
          <p:cNvSpPr/>
          <p:nvPr/>
        </p:nvSpPr>
        <p:spPr>
          <a:xfrm>
            <a:off x="4027988" y="3321934"/>
            <a:ext cx="5139159" cy="70605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質問の回答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CF87BD-D979-F1BE-6749-9D969C258EBA}"/>
              </a:ext>
            </a:extLst>
          </p:cNvPr>
          <p:cNvSpPr/>
          <p:nvPr/>
        </p:nvSpPr>
        <p:spPr>
          <a:xfrm>
            <a:off x="4027987" y="4043392"/>
            <a:ext cx="5139159" cy="70605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質問を探す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290400B-1006-F4AB-46BB-9CB415718BFF}"/>
              </a:ext>
            </a:extLst>
          </p:cNvPr>
          <p:cNvSpPr/>
          <p:nvPr/>
        </p:nvSpPr>
        <p:spPr>
          <a:xfrm>
            <a:off x="4027986" y="4734046"/>
            <a:ext cx="5139159" cy="70605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261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9A5D84-CFAB-0A00-3E88-5E7339FE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9E1F9A-E6EB-6CA1-D4BF-73F08F9D2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グラフィカル ユーザー インターフェイス, アプリケーション, Word&#10;&#10;AI 生成コンテンツは誤りを含む可能性があります。">
            <a:extLst>
              <a:ext uri="{FF2B5EF4-FFF2-40B4-BE49-F238E27FC236}">
                <a16:creationId xmlns:a16="http://schemas.microsoft.com/office/drawing/2014/main" id="{1DEFBD91-081A-5ABB-761F-75F100DF6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2570"/>
            <a:ext cx="10515600" cy="331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47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99</Words>
  <Application>Microsoft Office PowerPoint</Application>
  <PresentationFormat>ワイド画面</PresentationFormat>
  <Paragraphs>27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ＭＳ Ｐゴシック</vt:lpstr>
      <vt:lpstr>游ゴシック</vt:lpstr>
      <vt:lpstr>游ゴシック Light</vt:lpstr>
      <vt:lpstr>Arial</vt:lpstr>
      <vt:lpstr>Office Theme</vt:lpstr>
      <vt:lpstr>PowerPoint プレゼンテーション</vt:lpstr>
      <vt:lpstr>PowerPoint プレゼンテーション</vt:lpstr>
      <vt:lpstr>ユースケース図</vt:lpstr>
      <vt:lpstr>システムの概念図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野口恭介(苫小牧高専)</dc:creator>
  <cp:lastModifiedBy>高橋瞭太(苫小牧高専)</cp:lastModifiedBy>
  <cp:revision>3</cp:revision>
  <dcterms:created xsi:type="dcterms:W3CDTF">2026-02-09T14:18:03Z</dcterms:created>
  <dcterms:modified xsi:type="dcterms:W3CDTF">2026-02-14T06:13:48Z</dcterms:modified>
</cp:coreProperties>
</file>