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70" d="100"/>
          <a:sy n="70" d="100"/>
        </p:scale>
        <p:origin x="1094" y="53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D751D4-921A-B8D1-24B2-A8B4E8AFE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047DEC8-2924-E265-8508-E7975D3C31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2DCD10-89D9-4804-D38C-C0AD3B5F5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79C480C-891A-122D-21E3-C63CCA3A8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1431FB8-CC67-7C1D-A93A-83796B419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7141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F0112E-3B29-8403-578D-321981E06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55A7A8F-50AA-9292-AE07-DE4E8577B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F840883-5FF6-CA17-E21C-11D36E33B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C93465-8367-4DEF-B660-C70DDB3D2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CEE1A6-2A91-5097-83D8-C855C14EB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217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447EF8-4A72-A7C7-7542-7B5C68E1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A43F52-1249-68AC-D02E-FE46AE714B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A400A09-A2C1-6F43-B3CB-25406311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128C30-185C-5C04-E5DD-D5FC715D2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569ED57-87B1-0540-166D-D993C1DF4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08257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7B6AF4-92F5-767A-62BD-2E2CAF37F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A27E35-04C1-4C25-FACC-6379128C21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0ED55C7-32A2-A239-28C3-741B723DBF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42C082-7EF0-979E-DEEE-AB0ABD1A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159A8BA-1F0A-9032-9747-DA46ADB3D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3DD1AF-BEBE-4E8B-E308-3157ABAA1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31819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4019AC3-585D-5C57-0208-63BA92214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D579B49-240B-651B-2BC4-B4FA07E019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30FD34B-0B20-8CB8-F6B1-001EF052C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254E811F-AFF0-30E4-EA09-FF8F33A463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5C74310-CD33-7322-6058-26E300E7F1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B75D98B5-0AB9-A21D-F024-455506662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25E84B4-4011-FA18-7E49-C1AC572DD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1B9A4DD-6C48-1430-8B0A-4CC5E8DFF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290938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A14EBB-8C36-56E9-14B3-7A2E540FD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351AD20-75C6-5B5E-566F-87A6C6E86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3FDEC09-93B6-CC2D-246B-4A8F50028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EB65F57-07BD-EA18-5EFB-CED1FE0C1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51798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AF9D434-A609-3F6B-B2F5-BD50A95D8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A479110-105D-4955-C1B8-4C0940695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C50173-4B3C-FAF8-CF44-C9BCD1B57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5740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70CD63-2E0E-E2ED-A6CC-DE3D6E7B4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FBFBC93-D653-8DCD-A017-D1A57CCDD4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F3EF7A9-8806-C23C-BA12-DF76B1F78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49E925B-EB8B-E659-EEB4-2D06A5E53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E3C976-7970-7364-E4AA-61640BAA7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9ACC523-BA09-4BF8-0A76-6A15EE8F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4523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A462A7-6E75-6488-779A-158D09CEF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B652C22B-849C-10B2-C540-99A317B64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A9C8A4C-9C1F-3C10-F33C-01E84B277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577AF24-0005-5F82-F72C-C8F50013F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9BA6FB9-E390-1C89-6E5F-1CBA3E105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D8892E7-3651-F79C-8554-5CFA3117D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7161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CAA743-4209-2810-096B-F57D5655D8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F8A1F96-5E0D-97D2-49B3-E609B38222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611BE6B-6E26-ECDB-95BD-585CF0796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5286D7D-EAD3-E6DE-7379-07B26C78F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39268C4-AA1F-8292-5BF3-01D8FA0BF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22378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E8687BF-5974-77C4-C99A-56691D8E40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D42CAF9-9032-C282-1D8B-92FDC11A0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454986-877F-5C8A-E1A9-5E553D759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D3931E-21D8-C253-2F07-C7F8AC0E4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DFF6F5-DD3B-439A-B8A7-21C67CD31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601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9667F6C-9427-6F92-435E-A628D5752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DBB8DCE-93DC-763B-D4E1-401F0A398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683659C-1EAA-EE83-39B7-276EFA1B11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56749F-4D29-464A-A4F3-286CB70310C5}" type="datetimeFigureOut">
              <a:rPr kumimoji="1" lang="ja-JP" altLang="en-US" smtClean="0"/>
              <a:t>2026/2/14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4EA46F-0B54-A4C3-979C-B4B0AA1BAF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312A7A-A8BD-1418-8C10-A32001C16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90F6E-F3D1-4B4A-B068-25EA6CD4184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8607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446D13-82C9-49E9-AE58-862D6DFDA4F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BA3F42C-0B1D-CB2E-8286-402812AA4C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2990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C3225D8-C934-0C92-2577-0C2FA7ABE38D}"/>
              </a:ext>
            </a:extLst>
          </p:cNvPr>
          <p:cNvSpPr/>
          <p:nvPr/>
        </p:nvSpPr>
        <p:spPr>
          <a:xfrm>
            <a:off x="881742" y="283029"/>
            <a:ext cx="10395858" cy="6455228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B706F4DE-0965-B3D1-4F3A-504FC75BF70F}"/>
              </a:ext>
            </a:extLst>
          </p:cNvPr>
          <p:cNvSpPr/>
          <p:nvPr/>
        </p:nvSpPr>
        <p:spPr>
          <a:xfrm>
            <a:off x="1654628" y="947058"/>
            <a:ext cx="3755572" cy="685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ファイル選択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6C125EB-9A0F-735C-896E-E4E8042D6473}"/>
              </a:ext>
            </a:extLst>
          </p:cNvPr>
          <p:cNvSpPr/>
          <p:nvPr/>
        </p:nvSpPr>
        <p:spPr>
          <a:xfrm>
            <a:off x="1654628" y="1632857"/>
            <a:ext cx="8469086" cy="4876799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###  </a:t>
            </a:r>
            <a:r>
              <a:rPr kumimoji="1" lang="ja-JP" altLang="en-US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ファイルの中身を表示  </a:t>
            </a:r>
            <a:r>
              <a:rPr kumimoji="1" lang="en-US" altLang="ja-JP" sz="28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###</a:t>
            </a:r>
            <a:endParaRPr kumimoji="1" lang="ja-JP" altLang="en-US" sz="2800" dirty="0">
              <a:solidFill>
                <a:schemeClr val="tx1"/>
              </a:solidFill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A887911-9E1B-4EC8-B7F5-893EF04A892E}"/>
              </a:ext>
            </a:extLst>
          </p:cNvPr>
          <p:cNvSpPr txBox="1"/>
          <p:nvPr/>
        </p:nvSpPr>
        <p:spPr>
          <a:xfrm>
            <a:off x="881742" y="272144"/>
            <a:ext cx="6096000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HTML, MD</a:t>
            </a:r>
            <a:r>
              <a:rPr kumimoji="1" lang="ja-JP" altLang="en-US" sz="2400" dirty="0">
                <a:solidFill>
                  <a:schemeClr val="tx1"/>
                </a:solidFill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ファイル確認用エディタ</a:t>
            </a:r>
          </a:p>
        </p:txBody>
      </p:sp>
    </p:spTree>
    <p:extLst>
      <p:ext uri="{BB962C8B-B14F-4D97-AF65-F5344CB8AC3E}">
        <p14:creationId xmlns:p14="http://schemas.microsoft.com/office/powerpoint/2010/main" val="3185237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57ED0D-7FFF-0BE8-5627-8A3C6001CD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返信フォームについて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53FEC5-C60E-0043-8849-9DF27181F4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空文字入力を禁止</a:t>
            </a:r>
          </a:p>
        </p:txBody>
      </p:sp>
      <p:pic>
        <p:nvPicPr>
          <p:cNvPr id="5" name="図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402E48E-7728-10F4-9427-349E02AC79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266" y="4500102"/>
            <a:ext cx="9182896" cy="118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599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415690-B031-07ED-09AA-F0B47DBBE0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C257427-1BE5-C0EC-8D0F-B2C44329A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387F8D2-8112-E517-2AB3-5F044E4247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747407"/>
            <a:ext cx="10575215" cy="21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フローチャート: 結合子 3">
            <a:extLst>
              <a:ext uri="{FF2B5EF4-FFF2-40B4-BE49-F238E27FC236}">
                <a16:creationId xmlns:a16="http://schemas.microsoft.com/office/drawing/2014/main" id="{FA530F9F-7312-BBF2-5290-9D4AF6DF85B9}"/>
              </a:ext>
            </a:extLst>
          </p:cNvPr>
          <p:cNvSpPr/>
          <p:nvPr/>
        </p:nvSpPr>
        <p:spPr>
          <a:xfrm>
            <a:off x="10673699" y="4517571"/>
            <a:ext cx="620486" cy="620486"/>
          </a:xfrm>
          <a:prstGeom prst="flowChartConnector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16522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24</Words>
  <Application>Microsoft Office PowerPoint</Application>
  <PresentationFormat>ワイド画面</PresentationFormat>
  <Paragraphs>5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ＭＳ Ｐゴシック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返信フォームについて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高橋瞭太(苫小牧高専)</dc:creator>
  <cp:lastModifiedBy>高橋瞭太(苫小牧高専)</cp:lastModifiedBy>
  <cp:revision>1</cp:revision>
  <dcterms:created xsi:type="dcterms:W3CDTF">2026-02-14T00:51:10Z</dcterms:created>
  <dcterms:modified xsi:type="dcterms:W3CDTF">2026-02-14T01:17:42Z</dcterms:modified>
</cp:coreProperties>
</file>